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0190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00FF"/>
                </a:solidFill>
              </a:rPr>
              <a:t>Риски и меры</a:t>
            </a:r>
            <a:endParaRPr sz="4000" b="1">
              <a:solidFill>
                <a:srgbClr val="0000FF"/>
              </a:solidFill>
            </a:endParaRPr>
          </a:p>
        </p:txBody>
      </p:sp>
      <p:sp>
        <p:nvSpPr>
          <p:cNvPr id="6964244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Ошибки в ответах — проверка сотрудником.</a:t>
            </a:r>
            <a:br>
              <a:rPr sz="2000"/>
            </a:br>
            <a:r>
              <a:rPr sz="2000"/>
              <a:t>Утечка данных — тестовые данные и ограничения доступа.</a:t>
            </a:r>
            <a:br>
              <a:rPr sz="2000"/>
            </a:br>
            <a:r>
              <a:rPr sz="2000"/>
              <a:t>Сложный интерфейс — короткое обучение.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Пилот ИИ-ассистента в отделении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Цель пилота — ускорить рутинные операции и повысить качество работы с документами.</a:t>
            </a:r>
            <a:br>
              <a:rPr sz="2000"/>
            </a:br>
            <a:br>
              <a:rPr sz="2000"/>
            </a:br>
            <a:r>
              <a:rPr sz="2000"/>
              <a:t>Практические задачи:</a:t>
            </a:r>
            <a:br>
              <a:rPr sz="2000"/>
            </a:br>
            <a:r>
              <a:rPr sz="2000"/>
              <a:t>1. Автоматизировать подготовку типовых документов.</a:t>
            </a:r>
            <a:br>
              <a:rPr sz="2000"/>
            </a:br>
            <a:r>
              <a:rPr sz="2000"/>
              <a:t>2. Сократить время поиска нужной информации.</a:t>
            </a:r>
            <a:br>
              <a:rPr sz="2000"/>
            </a:br>
            <a:r>
              <a:rPr sz="2000"/>
              <a:t>3. Собрать обратную связь сотрудников по удобству работы.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694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План пилота на четыре недели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11076847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Неделя 1 — настройка: подключение ассистента и базовых сценариев.</a:t>
            </a:r>
            <a:br>
              <a:rPr/>
            </a:br>
            <a:r>
              <a:rPr/>
              <a:t>Неделя 2 — обучение: инструктаж сотрудников и разбор типовых задач (обучение занимает вторую неделю).</a:t>
            </a:r>
            <a:br>
              <a:rPr/>
            </a:br>
            <a:r>
              <a:rPr/>
              <a:t>Неделя 3 — пилот: ежедневное использование в работе отделения.</a:t>
            </a:r>
            <a:br>
              <a:rPr/>
            </a:br>
            <a:r>
              <a:rPr/>
              <a:t>Неделя 4 — оценка: анализ результатов и сбор замечаний.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32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Критерии успеха пилота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14750391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Экономия времени: сокращение рутинных операций и ускорение подготовки документов.</a:t>
            </a:r>
            <a:br>
              <a:rPr sz="2000"/>
            </a:br>
            <a:r>
              <a:rPr sz="2000"/>
              <a:t>Качество документов: меньше ошибок и единый стандарт оформления.</a:t>
            </a:r>
            <a:br>
              <a:rPr sz="2000"/>
            </a:br>
            <a:r>
              <a:rPr sz="2000"/>
              <a:t>Обратная связь сотрудников: удобство работы и готовность использовать ассистента дальше.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Р7-Офис/2026.1.2.1942</Application>
  <DocSecurity>0</DocSecurity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>r7dev</cp:lastModifiedBy>
  <cp:revision>5</cp:revision>
  <dcterms:created xsi:type="dcterms:W3CDTF">2013-01-27T09:14:16Z</dcterms:created>
  <dcterms:modified xsi:type="dcterms:W3CDTF">2026-10-09T02:58:20Z</dcterms:modified>
  <cp:category/>
  <cp:contentStatus/>
  <cp:version/>
</cp:coreProperties>
</file>